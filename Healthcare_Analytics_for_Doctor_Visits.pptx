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6"/>
  </p:notesMasterIdLst>
  <p:handoutMasterIdLst>
    <p:handoutMasterId r:id="rId17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1" r:id="rId12"/>
    <p:sldId id="342" r:id="rId13"/>
    <p:sldId id="343" r:id="rId14"/>
    <p:sldId id="30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85" autoAdjust="0"/>
    <p:restoredTop sz="95033" autoAdjust="0"/>
  </p:normalViewPr>
  <p:slideViewPr>
    <p:cSldViewPr snapToGrid="0">
      <p:cViewPr varScale="1">
        <p:scale>
          <a:sx n="69" d="100"/>
          <a:sy n="69" d="100"/>
        </p:scale>
        <p:origin x="696" y="54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10/10/2026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10/10/2026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10/10/2026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>
                <a:solidFill>
                  <a:schemeClr val="tx1"/>
                </a:solidFill>
              </a:rPr>
              <a:t>Deepika E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3"/>
            <a:ext cx="4998720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HEALTHCARE ANALYTICS FOR DOCTOR VISITS - TIRTC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7F967E-294D-67E9-D997-68DCF48F9BCA}"/>
              </a:ext>
            </a:extLst>
          </p:cNvPr>
          <p:cNvSpPr txBox="1"/>
          <p:nvPr/>
        </p:nvSpPr>
        <p:spPr>
          <a:xfrm>
            <a:off x="6996546" y="4572747"/>
            <a:ext cx="4480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AICTE ID: </a:t>
            </a:r>
            <a:r>
              <a:rPr lang="en-IN" dirty="0"/>
              <a:t>STU6a53a459d65121783866457 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>
            <a:normAutofit lnSpcReduction="10000"/>
          </a:bodyPr>
          <a:lstStyle/>
          <a:p>
            <a:pPr>
              <a:lnSpc>
                <a:spcPct val="130000"/>
              </a:lnSpc>
            </a:pPr>
            <a:r>
              <a:rPr lang="en-IN" sz="1800" dirty="0"/>
              <a:t>Healthcare datasets record a lot of information about patients — their illness, health condition, and doctor visits. But just looking at raw data does not tell us which factors actually affect how often a person visits the doctor.</a:t>
            </a:r>
          </a:p>
          <a:p>
            <a:pPr>
              <a:lnSpc>
                <a:spcPct val="130000"/>
              </a:lnSpc>
            </a:pPr>
            <a:endParaRPr lang="en-IN" sz="1800" dirty="0"/>
          </a:p>
          <a:p>
            <a:pPr>
              <a:lnSpc>
                <a:spcPct val="130000"/>
              </a:lnSpc>
            </a:pPr>
            <a:r>
              <a:rPr lang="en-IN" sz="1800" dirty="0"/>
              <a:t>This project analyzes a doctor-visits survey dataset to find patterns and relationships between doctor visits and factors like gender, age, income, illness, and chronic conditions.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10046070" cy="5500000"/>
          </a:xfrm>
        </p:spPr>
        <p:txBody>
          <a:bodyPr>
            <a:normAutofit/>
          </a:bodyPr>
          <a:lstStyle/>
          <a:p>
            <a:r>
              <a:rPr lang="en-GB" sz="2800" dirty="0"/>
              <a:t>Project Description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GB" sz="1700" dirty="0"/>
              <a:t>This is a student data analytics project that studies a healthcare survey dataset of 5,190 patients to understand what factors are linked to how often people visit the doctor.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GB" sz="1700" dirty="0"/>
              <a:t>The dataset has 13 columns covering gender, age, income, illness, reduced-activity days, self-rated health, chronic conditions, and insurance type.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GB" sz="1700" dirty="0"/>
              <a:t>The project follows a step-by-step process: loading and cleaning the data, exploring it with descriptive statistics, visualizing patterns with charts, and summarizing what the data shows about doctor visits.</a:t>
            </a:r>
          </a:p>
          <a:p>
            <a:endParaRPr lang="en-IN" sz="17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92500" lnSpcReduction="20000"/>
          </a:bodyPr>
          <a:lstStyle/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lang="en-IN" sz="1900" dirty="0"/>
              <a:t>Doctors and clinics — to understand which patients may need more attention or follow-up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lang="en-IN" sz="1900" dirty="0"/>
              <a:t>Hospital administrators — to plan resources based on which patient groups visit most often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lang="en-IN" sz="1900" dirty="0"/>
              <a:t>Health insurance providers — to understand usage patterns across income and chronic-condition groups</a:t>
            </a:r>
          </a:p>
          <a:p>
            <a:pPr algn="l">
              <a:lnSpc>
                <a:spcPct val="130000"/>
              </a:lnSpc>
              <a:spcAft>
                <a:spcPts val="700"/>
              </a:spcAft>
            </a:pPr>
            <a:r>
              <a:rPr lang="en-IN" sz="1900" dirty="0"/>
              <a:t>Public health policy makers — to see how age, income and insurance type relate to healthcare access</a:t>
            </a:r>
          </a:p>
          <a:p>
            <a:pPr algn="l">
              <a:lnSpc>
                <a:spcPct val="130000"/>
              </a:lnSpc>
            </a:pPr>
            <a:r>
              <a:rPr lang="en-IN" sz="1900" dirty="0"/>
              <a:t>Students and researchers — as a beginner-friendly example of healthcare data analysis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en-IN" sz="2000" dirty="0"/>
              <a:t>Programming Language: Python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lang="en-IN" sz="2000" dirty="0"/>
              <a:t>Libraries: </a:t>
            </a:r>
          </a:p>
          <a:p>
            <a:pPr lvl="3">
              <a:lnSpc>
                <a:spcPct val="140000"/>
              </a:lnSpc>
              <a:spcAft>
                <a:spcPts val="600"/>
              </a:spcAft>
            </a:pPr>
            <a:r>
              <a:rPr lang="en-IN" dirty="0"/>
              <a:t>Pandas, </a:t>
            </a:r>
          </a:p>
          <a:p>
            <a:pPr lvl="3">
              <a:lnSpc>
                <a:spcPct val="140000"/>
              </a:lnSpc>
              <a:spcAft>
                <a:spcPts val="600"/>
              </a:spcAft>
            </a:pPr>
            <a:r>
              <a:rPr lang="en-IN" dirty="0"/>
              <a:t>NumPy, </a:t>
            </a:r>
          </a:p>
          <a:p>
            <a:pPr lvl="3">
              <a:lnSpc>
                <a:spcPct val="140000"/>
              </a:lnSpc>
              <a:spcAft>
                <a:spcPts val="600"/>
              </a:spcAft>
            </a:pPr>
            <a:r>
              <a:rPr lang="en-IN" dirty="0"/>
              <a:t>Matplotlib, </a:t>
            </a:r>
          </a:p>
          <a:p>
            <a:pPr lvl="3">
              <a:lnSpc>
                <a:spcPct val="140000"/>
              </a:lnSpc>
              <a:spcAft>
                <a:spcPts val="600"/>
              </a:spcAft>
            </a:pPr>
            <a:r>
              <a:rPr lang="en-IN" dirty="0"/>
              <a:t>Seaborn</a:t>
            </a:r>
          </a:p>
          <a:p>
            <a:pPr algn="l">
              <a:lnSpc>
                <a:spcPct val="140000"/>
              </a:lnSpc>
            </a:pPr>
            <a:r>
              <a:rPr lang="en-IN" sz="2000" dirty="0"/>
              <a:t>Development Environment: Jupyter Notebook (Google Colab)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714162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https://github.com/deepikae1504/Healthcare_analysis.git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86D7CE-F347-9586-2E22-52026D4989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496" y="1275371"/>
            <a:ext cx="4792662" cy="31996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EEF5155-D290-81C0-3C99-7F5A6B1BD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5130" y="1201586"/>
            <a:ext cx="4629419" cy="3714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7D39C-B014-C05D-80C7-54D5D594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ABBCE7B-E89E-5801-3A64-0970F7C76A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10FD27B-3F31-69EE-71D2-6133D4063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11A56F1-360D-9D36-A273-ED60968E7E88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62581C85-04BA-E4FD-B998-3ACF604B8EE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1A4E909F-2F5B-A170-E53E-7599946B6BFB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714162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https://github.com/deepikae1504/Healthcare_analysis.git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D0E659CF-1216-CC32-ADD8-C65C2D1056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4AF9FB-DDCB-EC79-43E6-0EEF250E9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266" y="1443901"/>
            <a:ext cx="4828193" cy="30311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5A5D61E-A0D1-13D8-D599-05D96615E0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1958" y="1201586"/>
            <a:ext cx="5132298" cy="326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114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345B7-A60A-3446-39D7-D7E803F9E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849CBF-994F-35FF-A0BD-869F276086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1FCD886-A288-6EE4-201A-3D9FCF74F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88CC6737-0849-1E7B-EDE2-880D31EA117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587758C-99AC-A421-436E-442EEBBE6112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DD52BC14-3248-E121-53B2-D824B57C0FF1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714162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https://github.com/deepikae1504/Healthcare_analysis.git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79B03E2-A416-4C0B-321B-73B9E9F576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2676B77-6731-48CB-FCC5-A8EFBC5C4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68972"/>
            <a:ext cx="10132189" cy="3628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715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5DF8D-F148-8DC4-D35C-810BD2ABC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1A0BC01-E309-67E1-BCDB-F77C666DCF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91FE97A-F903-9341-2B2B-01FF1C741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59F4A5C-C831-A065-78EC-F1C724F24E27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5782EFA6-7D82-0793-BA66-3ED6465202F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604AF9B4-4665-6927-B616-D64216180919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714162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https://github.com/deepikae1504/Healthcare_analysis.git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43A332EE-F18D-56DA-4361-31E18146ED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68B8C-213A-353C-253F-04BA25366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01586"/>
            <a:ext cx="4581153" cy="41239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B38380-3FC2-0FFD-83BE-5DD55C46B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474" y="1125386"/>
            <a:ext cx="5184658" cy="419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648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A0FD-7B8E-5546-DF24-D62EA2723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64EB85-3852-6B7B-1722-2FE98B578C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98F044D-C835-EB7C-DCDE-7D6F4F559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C4AEBF93-675E-06C0-0F5A-36B95C43C87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AB01220-574E-2549-EAA9-1ACB69DB7FC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7B0F52-0FEB-6F77-DAC2-5E4A77733965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714162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</a:rPr>
              <a:t>https://github.com/deepikae1504/Healthcare_analysis.git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08F5A522-2F09-C996-184F-C7BC41E180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A4A5345-93E2-5F69-2F4C-F38FECE56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96" y="1378616"/>
            <a:ext cx="4661106" cy="3651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D8774E-277E-A563-CB56-F4F743535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7413" y="1484602"/>
            <a:ext cx="5296116" cy="3545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9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565</TotalTime>
  <Words>361</Words>
  <Application>Microsoft Office PowerPoint</Application>
  <PresentationFormat>Widescreen</PresentationFormat>
  <Paragraphs>39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Trebuchet MS</vt:lpstr>
      <vt:lpstr>Wingdings</vt:lpstr>
      <vt:lpstr>Wingdings 3</vt:lpstr>
      <vt:lpstr>Facet</vt:lpstr>
      <vt:lpstr>HEALTHCARE ANALYTICS FOR DOCTOR VISITS - TIRTC</vt:lpstr>
      <vt:lpstr>PROBLEM  STATEMENT</vt:lpstr>
      <vt:lpstr>Project Description This is a student data analytics project that studies a healthcare survey dataset of 5,190 patients to understand what factors are linked to how often people visit the doctor. The dataset has 13 columns covering gender, age, income, illness, reduced-activity days, self-rated health, chronic conditions, and insurance type. The project follows a step-by-step process: loading and cleaning the data, exploring it with descriptive statistics, visualizing patterns with charts, and summarizing what the data shows about doctor visits.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S0433368</cp:lastModifiedBy>
  <cp:revision>74</cp:revision>
  <dcterms:created xsi:type="dcterms:W3CDTF">2021-07-11T13:13:15Z</dcterms:created>
  <dcterms:modified xsi:type="dcterms:W3CDTF">2026-10-10T06:47:21Z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